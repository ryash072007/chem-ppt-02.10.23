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0"/>
  </p:notesMasterIdLst>
  <p:sldIdLst>
    <p:sldId id="264" r:id="rId2"/>
    <p:sldId id="261" r:id="rId3"/>
    <p:sldId id="262" r:id="rId4"/>
    <p:sldId id="258" r:id="rId5"/>
    <p:sldId id="259" r:id="rId6"/>
    <p:sldId id="257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B9D82-6336-4F8C-BB3A-2158EF46738A}" type="datetimeFigureOut">
              <a:rPr lang="en-AE" smtClean="0"/>
              <a:t>01/10/2023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D37DE-25A9-4F3E-9879-706B62B0270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51809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65146e8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865146e8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865146e80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865146e80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3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5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02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2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72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9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4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2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2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1841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8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09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03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88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75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9157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A42E3-EF86-4870-B569-14B14123C704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EBCA8-CC45-47D7-B697-FCB576BFB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967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1664B-EA8C-4253-92F1-B0A1506DC2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Fractional Oxidational States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9E9A3-9C23-449C-9D2C-AF76BC7CE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Group work done by:</a:t>
            </a:r>
          </a:p>
          <a:p>
            <a:r>
              <a:rPr lang="en-US" dirty="0"/>
              <a:t>Yash</a:t>
            </a:r>
          </a:p>
          <a:p>
            <a:r>
              <a:rPr lang="en-US" dirty="0" err="1"/>
              <a:t>Ayush</a:t>
            </a:r>
            <a:endParaRPr lang="en-US" dirty="0"/>
          </a:p>
          <a:p>
            <a:r>
              <a:rPr lang="en-US" dirty="0" err="1"/>
              <a:t>Atharv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655991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/>
            <a:r>
              <a:rPr lang="en" dirty="0"/>
              <a:t>C</a:t>
            </a:r>
            <a:r>
              <a:rPr lang="en" baseline="-25000" dirty="0"/>
              <a:t>3</a:t>
            </a:r>
            <a:r>
              <a:rPr lang="en" dirty="0"/>
              <a:t>O</a:t>
            </a:r>
            <a:r>
              <a:rPr lang="en" baseline="-25000" dirty="0"/>
              <a:t>2</a:t>
            </a:r>
            <a:endParaRPr baseline="-25000" dirty="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005" y="1536633"/>
            <a:ext cx="10718535" cy="5091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/>
            <a:r>
              <a:rPr lang="en" dirty="0"/>
              <a:t>Na</a:t>
            </a:r>
            <a:r>
              <a:rPr lang="en" baseline="-25000" dirty="0"/>
              <a:t>2</a:t>
            </a:r>
            <a:r>
              <a:rPr lang="en" dirty="0"/>
              <a:t>S</a:t>
            </a:r>
            <a:r>
              <a:rPr lang="en" baseline="-25000" dirty="0"/>
              <a:t>4</a:t>
            </a:r>
            <a:r>
              <a:rPr lang="en" dirty="0"/>
              <a:t>O</a:t>
            </a:r>
            <a:r>
              <a:rPr lang="en" baseline="-25000" dirty="0"/>
              <a:t>6</a:t>
            </a:r>
            <a:endParaRPr baseline="-25000" dirty="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134" y="1536635"/>
            <a:ext cx="10851732" cy="5014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9ECB-4025-4138-D16F-86397D6D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Br</a:t>
            </a:r>
            <a:r>
              <a:rPr lang="en-US" b="1" baseline="-25000" dirty="0"/>
              <a:t>3</a:t>
            </a:r>
            <a:r>
              <a:rPr lang="en-US" b="1" dirty="0"/>
              <a:t>O</a:t>
            </a:r>
            <a:r>
              <a:rPr lang="en-US" b="1" baseline="-25000" dirty="0"/>
              <a:t>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8A5201-83AD-5AA4-B9C7-0CFCE97CF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70" y="2199736"/>
            <a:ext cx="9481460" cy="443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3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06368-2F2C-C7BB-4CFE-72FDC800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Fe</a:t>
            </a:r>
            <a:r>
              <a:rPr lang="en-US" b="1" baseline="-25000" dirty="0"/>
              <a:t>3</a:t>
            </a:r>
            <a:r>
              <a:rPr lang="en-US" b="1" dirty="0"/>
              <a:t>O</a:t>
            </a:r>
            <a:r>
              <a:rPr lang="en-US" b="1" baseline="-25000" dirty="0"/>
              <a:t>4</a:t>
            </a:r>
          </a:p>
        </p:txBody>
      </p:sp>
      <p:pic>
        <p:nvPicPr>
          <p:cNvPr id="1028" name="Picture 4" descr="Average oxidation state of Fe in F e 3 O 4 is">
            <a:extLst>
              <a:ext uri="{FF2B5EF4-FFF2-40B4-BE49-F238E27FC236}">
                <a16:creationId xmlns:a16="http://schemas.microsoft.com/office/drawing/2014/main" id="{D62E0EF4-E6E9-AD44-5A02-F8E25D3A11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5" t="44722" r="58751" b="15833"/>
          <a:stretch/>
        </p:blipFill>
        <p:spPr bwMode="auto">
          <a:xfrm>
            <a:off x="7519988" y="2351364"/>
            <a:ext cx="3833812" cy="361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0FD65F-566E-634B-D6E8-DD5A4EB9F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4597"/>
            <a:ext cx="5958166" cy="421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0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5F2A-94DB-41DF-8636-EF371CCE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</a:t>
            </a:r>
            <a:r>
              <a:rPr lang="en-US" b="1" baseline="-25000" dirty="0"/>
              <a:t>2</a:t>
            </a:r>
            <a:r>
              <a:rPr lang="en-US" b="1" dirty="0"/>
              <a:t>O</a:t>
            </a:r>
            <a:r>
              <a:rPr lang="en-US" b="1" baseline="-25000" dirty="0"/>
              <a:t>6</a:t>
            </a:r>
            <a:r>
              <a:rPr lang="en-US" b="1" baseline="30000" dirty="0"/>
              <a:t>2-</a:t>
            </a:r>
            <a:endParaRPr lang="en-AE" b="1" dirty="0"/>
          </a:p>
        </p:txBody>
      </p:sp>
      <p:pic>
        <p:nvPicPr>
          <p:cNvPr id="1026" name="Picture 2" descr="Learn Fractional Oxidation Number in 2 minutes.">
            <a:extLst>
              <a:ext uri="{FF2B5EF4-FFF2-40B4-BE49-F238E27FC236}">
                <a16:creationId xmlns:a16="http://schemas.microsoft.com/office/drawing/2014/main" id="{C7920D4C-A963-4B7D-9CA4-BD5EFBF21E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3" b="7750"/>
          <a:stretch/>
        </p:blipFill>
        <p:spPr bwMode="auto">
          <a:xfrm>
            <a:off x="2771106" y="2535810"/>
            <a:ext cx="6467164" cy="382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9688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3ECE-F4EC-4BB1-A58D-064EE782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S</a:t>
            </a:r>
            <a:r>
              <a:rPr lang="en-US" baseline="-25000" dirty="0"/>
              <a:t>4</a:t>
            </a:r>
            <a:r>
              <a:rPr lang="en-US" dirty="0"/>
              <a:t>O</a:t>
            </a:r>
            <a:r>
              <a:rPr lang="en-US" baseline="-25000" dirty="0"/>
              <a:t>6</a:t>
            </a:r>
            <a:endParaRPr lang="en-A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27EFEB-256A-40D9-91A8-9518F84964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43"/>
          <a:stretch/>
        </p:blipFill>
        <p:spPr bwMode="auto">
          <a:xfrm>
            <a:off x="6994687" y="2909212"/>
            <a:ext cx="4980495" cy="309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w many $S-S$ linkage (s) is \/are present in  ${{H}_{2}}{{S}_{4}}{{O}_{6}}$?">
            <a:extLst>
              <a:ext uri="{FF2B5EF4-FFF2-40B4-BE49-F238E27FC236}">
                <a16:creationId xmlns:a16="http://schemas.microsoft.com/office/drawing/2014/main" id="{30871798-494A-4E88-B675-4C34235C0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62" y="2453432"/>
            <a:ext cx="6425053" cy="323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083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Thanks Sticker - Thank You Thanks Typography Stickers">
            <a:extLst>
              <a:ext uri="{FF2B5EF4-FFF2-40B4-BE49-F238E27FC236}">
                <a16:creationId xmlns:a16="http://schemas.microsoft.com/office/drawing/2014/main" id="{3B69973E-8591-4563-9D8E-6B1703DD55E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031" y="175882"/>
            <a:ext cx="6938128" cy="650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893827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42</TotalTime>
  <Words>17</Words>
  <Application>Microsoft Office PowerPoint</Application>
  <PresentationFormat>Widescreen</PresentationFormat>
  <Paragraphs>11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Berlin</vt:lpstr>
      <vt:lpstr>Fractional Oxidational States</vt:lpstr>
      <vt:lpstr>C3O2</vt:lpstr>
      <vt:lpstr>Na2S4O6</vt:lpstr>
      <vt:lpstr>Br3O8</vt:lpstr>
      <vt:lpstr>Fe3O4</vt:lpstr>
      <vt:lpstr>S2O62-</vt:lpstr>
      <vt:lpstr>H2S4O6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Br3O8</dc:title>
  <dc:creator>Ayush Patro</dc:creator>
  <cp:lastModifiedBy>Yash Raj</cp:lastModifiedBy>
  <cp:revision>2</cp:revision>
  <dcterms:created xsi:type="dcterms:W3CDTF">2023-10-01T15:18:55Z</dcterms:created>
  <dcterms:modified xsi:type="dcterms:W3CDTF">2023-10-01T16:56:24Z</dcterms:modified>
</cp:coreProperties>
</file>