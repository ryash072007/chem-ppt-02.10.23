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1"/>
  </p:notesMasterIdLst>
  <p:sldIdLst>
    <p:sldId id="264" r:id="rId2"/>
    <p:sldId id="265" r:id="rId3"/>
    <p:sldId id="261" r:id="rId4"/>
    <p:sldId id="262" r:id="rId5"/>
    <p:sldId id="258" r:id="rId6"/>
    <p:sldId id="259" r:id="rId7"/>
    <p:sldId id="257" r:id="rId8"/>
    <p:sldId id="260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B9D82-6336-4F8C-BB3A-2158EF46738A}" type="datetimeFigureOut">
              <a:rPr lang="en-AE" smtClean="0"/>
              <a:t>02/10/2023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D37DE-25A9-4F3E-9879-706B62B0270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51809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865146e8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865146e8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865146e80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865146e80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E1A42E3-EF86-4870-B569-14B14123C70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5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7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82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13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96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23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1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E1A42E3-EF86-4870-B569-14B14123C70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1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58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64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59982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7E1A42E3-EF86-4870-B569-14B14123C704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05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1664B-EA8C-4253-92F1-B0A1506DC2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Fractional Oxidational States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9E9A3-9C23-449C-9D2C-AF76BC7CEA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Group work done by:</a:t>
            </a:r>
          </a:p>
          <a:p>
            <a:r>
              <a:rPr lang="en-US" dirty="0"/>
              <a:t>Yash</a:t>
            </a:r>
          </a:p>
          <a:p>
            <a:r>
              <a:rPr lang="en-US" dirty="0" err="1"/>
              <a:t>Ayush</a:t>
            </a:r>
            <a:endParaRPr lang="en-US" dirty="0"/>
          </a:p>
          <a:p>
            <a:r>
              <a:rPr lang="en-US" dirty="0" err="1"/>
              <a:t>Atharv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655991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F742E-2FDF-40CA-BA73-E7DAF46D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Fractional Oxidational Numbers?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9688D-5B8C-42E0-AF76-B2DCD6ABF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48" y="2275631"/>
            <a:ext cx="10753725" cy="3766185"/>
          </a:xfrm>
        </p:spPr>
        <p:txBody>
          <a:bodyPr/>
          <a:lstStyle/>
          <a:p>
            <a:r>
              <a:rPr lang="en-US" b="0" i="0" dirty="0">
                <a:solidFill>
                  <a:srgbClr val="00B050"/>
                </a:solidFill>
                <a:effectLst/>
                <a:latin typeface="Söhne"/>
              </a:rPr>
              <a:t>Fractional oxidation numbers, also known as non-integer or non-whole number oxidation numbers, are a concept in chemistry that arises when an atom in a chemical compound does not have a clear integer oxidation number. This situation typically occurs in covalent compounds where electrons are shared between atoms.</a:t>
            </a:r>
          </a:p>
          <a:p>
            <a:r>
              <a:rPr lang="en-US" b="0" i="0" dirty="0">
                <a:solidFill>
                  <a:srgbClr val="00B050"/>
                </a:solidFill>
                <a:effectLst/>
                <a:latin typeface="Söhne"/>
              </a:rPr>
              <a:t>Fractional oxidation numbers are a way to represent this unequal sharing of electrons, even though oxidation numbers are typically assigned as whole numbers. They provide a simplified and approximate way to describe the electron distribution in covalent compounds.</a:t>
            </a:r>
            <a:endParaRPr lang="en-AE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38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ctr"/>
            <a:r>
              <a:rPr lang="en" dirty="0"/>
              <a:t>C</a:t>
            </a:r>
            <a:r>
              <a:rPr lang="en" baseline="-25000" dirty="0"/>
              <a:t>3</a:t>
            </a:r>
            <a:r>
              <a:rPr lang="en" dirty="0"/>
              <a:t>O</a:t>
            </a:r>
            <a:r>
              <a:rPr lang="en" baseline="-25000" dirty="0"/>
              <a:t>2</a:t>
            </a:r>
            <a:endParaRPr baseline="-25000" dirty="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5005" y="1539636"/>
            <a:ext cx="10718535" cy="5085760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99000"/>
              </a:schemeClr>
            </a:glo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ctr"/>
            <a:r>
              <a:rPr lang="en" dirty="0"/>
              <a:t>Na</a:t>
            </a:r>
            <a:r>
              <a:rPr lang="en" baseline="-25000" dirty="0"/>
              <a:t>2</a:t>
            </a:r>
            <a:r>
              <a:rPr lang="en" dirty="0"/>
              <a:t>S</a:t>
            </a:r>
            <a:r>
              <a:rPr lang="en" baseline="-25000" dirty="0"/>
              <a:t>4</a:t>
            </a:r>
            <a:r>
              <a:rPr lang="en" dirty="0"/>
              <a:t>O</a:t>
            </a:r>
            <a:r>
              <a:rPr lang="en" baseline="-25000" dirty="0"/>
              <a:t>6</a:t>
            </a:r>
            <a:endParaRPr baseline="-25000" dirty="0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880" y="1536635"/>
            <a:ext cx="10840240" cy="5014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9ECB-4025-4138-D16F-86397D6D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Br</a:t>
            </a:r>
            <a:r>
              <a:rPr lang="en-US" b="1" baseline="-25000" dirty="0"/>
              <a:t>3</a:t>
            </a:r>
            <a:r>
              <a:rPr lang="en-US" b="1" dirty="0"/>
              <a:t>O</a:t>
            </a:r>
            <a:r>
              <a:rPr lang="en-US" b="1" baseline="-25000" dirty="0"/>
              <a:t>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8A5201-83AD-5AA4-B9C7-0CFCE97CF43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5270" y="2204815"/>
            <a:ext cx="9481460" cy="442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31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06368-2F2C-C7BB-4CFE-72FDC800B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</a:t>
            </a:r>
            <a:r>
              <a:rPr lang="en-US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62E0EF4-E6E9-AD44-5A02-F8E25D3A1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emen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4" b="44"/>
          <a:stretch/>
        </p:blipFill>
        <p:spPr bwMode="auto">
          <a:xfrm>
            <a:off x="7519988" y="2351364"/>
            <a:ext cx="3833812" cy="3611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0FD65F-566E-634B-D6E8-DD5A4EB9FC78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175581"/>
            <a:ext cx="5958166" cy="421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90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25F2A-94DB-41DF-8636-EF371CCE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</a:t>
            </a:r>
            <a:r>
              <a:rPr lang="en-US" b="1" baseline="-25000" dirty="0"/>
              <a:t>2</a:t>
            </a:r>
            <a:r>
              <a:rPr lang="en-US" b="1" dirty="0"/>
              <a:t>O</a:t>
            </a:r>
            <a:r>
              <a:rPr lang="en-US" b="1" baseline="-25000" dirty="0"/>
              <a:t>6</a:t>
            </a:r>
            <a:r>
              <a:rPr lang="en-US" b="1" baseline="30000" dirty="0"/>
              <a:t>2-</a:t>
            </a:r>
            <a:endParaRPr lang="en-AE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7920D4C-A963-4B7D-9CA4-BD5EFBF21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" r="10"/>
          <a:stretch/>
        </p:blipFill>
        <p:spPr bwMode="auto">
          <a:xfrm>
            <a:off x="2139510" y="2408548"/>
            <a:ext cx="7518474" cy="444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9688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3ECE-F4EC-4BB1-A58D-064EE782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S</a:t>
            </a:r>
            <a:r>
              <a:rPr lang="en-US" baseline="-25000" dirty="0"/>
              <a:t>4</a:t>
            </a:r>
            <a:r>
              <a:rPr lang="en-US" dirty="0"/>
              <a:t>O</a:t>
            </a:r>
            <a:r>
              <a:rPr lang="en-US" baseline="-25000" dirty="0"/>
              <a:t>6</a:t>
            </a:r>
            <a:endParaRPr lang="en-A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327EFEB-256A-40D9-91A8-9518F8496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" b="23"/>
          <a:stretch/>
        </p:blipFill>
        <p:spPr bwMode="auto">
          <a:xfrm>
            <a:off x="6994687" y="2909212"/>
            <a:ext cx="4980495" cy="309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w many $S-S$ linkage (s) is \/are present in  ${{H}_{2}}{{S}_{4}}{{O}_{6}}$?">
            <a:extLst>
              <a:ext uri="{FF2B5EF4-FFF2-40B4-BE49-F238E27FC236}">
                <a16:creationId xmlns:a16="http://schemas.microsoft.com/office/drawing/2014/main" id="{30871798-494A-4E88-B675-4C34235C0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62" y="2453432"/>
            <a:ext cx="6425053" cy="3230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083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Thanks Sticker - Thank You Thanks Typography Stickers">
            <a:extLst>
              <a:ext uri="{FF2B5EF4-FFF2-40B4-BE49-F238E27FC236}">
                <a16:creationId xmlns:a16="http://schemas.microsoft.com/office/drawing/2014/main" id="{3B69973E-8591-4563-9D8E-6B1703DD55E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031" y="175882"/>
            <a:ext cx="6938128" cy="6506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893827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71</TotalTime>
  <Words>115</Words>
  <Application>Microsoft Office PowerPoint</Application>
  <PresentationFormat>Widescreen</PresentationFormat>
  <Paragraphs>14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Söhne</vt:lpstr>
      <vt:lpstr>Metropolitan</vt:lpstr>
      <vt:lpstr>Fractional Oxidational States</vt:lpstr>
      <vt:lpstr>What are Fractional Oxidational Numbers?</vt:lpstr>
      <vt:lpstr>C3O2</vt:lpstr>
      <vt:lpstr>Na2S4O6</vt:lpstr>
      <vt:lpstr>Br3O8</vt:lpstr>
      <vt:lpstr>Fe3O4</vt:lpstr>
      <vt:lpstr>S2O62-</vt:lpstr>
      <vt:lpstr>H2S4O6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Br3O8</dc:title>
  <dc:creator>Ayush Patro</dc:creator>
  <cp:lastModifiedBy>Yash Raj</cp:lastModifiedBy>
  <cp:revision>5</cp:revision>
  <dcterms:created xsi:type="dcterms:W3CDTF">2023-10-01T15:18:55Z</dcterms:created>
  <dcterms:modified xsi:type="dcterms:W3CDTF">2023-10-02T14:35:06Z</dcterms:modified>
</cp:coreProperties>
</file>